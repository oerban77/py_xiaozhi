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Exponential Moving Average (EMA) pada ADC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Filter untuk Mereduksi Noise pada Sinyal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Exponential Moving Average (EMA)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 adalah metode smoothing data dengan bobot eksponensial.</a:t>
            </a:r>
          </a:p>
          <a:p>
            <a:r>
              <a:t>• Rumus: EMA[n] = α * x[n] + (1 - α) * EMA[n-1]</a:t>
            </a:r>
          </a:p>
          <a:p>
            <a:r>
              <a:t>• α (alpha) = konstanta smoothing (0 &lt; α ≤ 1).</a:t>
            </a:r>
          </a:p>
          <a:p>
            <a:r>
              <a:t>• Semakin besar α, semakin responsif terhadap perubahan.</a:t>
            </a:r>
          </a:p>
          <a:p>
            <a:r>
              <a:t>• Semakin kecil α, semakin halus hasil filter.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Kelebihan EMA untuk ADC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Mengurangi noise pada sinyal ADC.</a:t>
            </a:r>
          </a:p>
          <a:p>
            <a:r>
              <a:t>• Implementasi sederhana di mikrokontroler.</a:t>
            </a:r>
          </a:p>
          <a:p>
            <a:r>
              <a:t>• Tidak membutuhkan buffer panjang seperti Moving Average biasa.</a:t>
            </a:r>
          </a:p>
          <a:p>
            <a:r>
              <a:t>• Cocok untuk data real-time.</a:t>
            </a:r>
          </a:p>
          <a:p>
            <a:r>
              <a:t>• Banyak dipakai pada aplikasi sensor (suhu, tekanan, accelerometer).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Sinyal ADC dengan Noise dan EMA</a:t>
            </a:r>
          </a:p>
        </p:txBody>
      </p:sp>
      <p:pic>
        <p:nvPicPr>
          <p:cNvPr id="3" name="Picture 2" descr="ema_filte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• Sensor </a:t>
            </a:r>
            <a:br>
              <a:rPr lang="en-US" dirty="0"/>
            </a:br>
            <a:br>
              <a:rPr lang="en-ID" dirty="0"/>
            </a:br>
            <a:br>
              <a:rPr lang="en-ID" dirty="0"/>
            </a:br>
            <a:br>
              <a:rPr lang="en-ID" dirty="0"/>
            </a:br>
            <a:br>
              <a:rPr lang="en-ID" dirty="0"/>
            </a:br>
            <a:br>
              <a:rPr lang="en-ID" dirty="0"/>
            </a:br>
            <a:r>
              <a:rPr dirty="0" err="1"/>
              <a:t>suhu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stabilisasi</a:t>
            </a:r>
            <a:r>
              <a:rPr dirty="0"/>
              <a:t> </a:t>
            </a:r>
            <a:r>
              <a:rPr dirty="0" err="1"/>
              <a:t>pembacaan</a:t>
            </a:r>
            <a:r>
              <a:rPr dirty="0"/>
              <a:t>.</a:t>
            </a:r>
          </a:p>
          <a:p>
            <a:r>
              <a:rPr dirty="0"/>
              <a:t>• Sensor </a:t>
            </a:r>
            <a:r>
              <a:rPr dirty="0" err="1"/>
              <a:t>tekanan</a:t>
            </a:r>
            <a:r>
              <a:rPr dirty="0"/>
              <a:t> pada </a:t>
            </a:r>
            <a:r>
              <a:rPr dirty="0" err="1"/>
              <a:t>sistem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hidrolik</a:t>
            </a:r>
            <a:r>
              <a:rPr dirty="0"/>
              <a:t>/</a:t>
            </a:r>
            <a:r>
              <a:rPr dirty="0" err="1"/>
              <a:t>pneumatik</a:t>
            </a:r>
            <a:r>
              <a:rPr dirty="0"/>
              <a:t>.</a:t>
            </a:r>
          </a:p>
          <a:p>
            <a:r>
              <a:rPr dirty="0"/>
              <a:t>• Accelerometer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gerakan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Sinyal</a:t>
            </a:r>
            <a:r>
              <a:rPr dirty="0"/>
              <a:t> ECG/EEG di </a:t>
            </a:r>
            <a:r>
              <a:rPr dirty="0" err="1"/>
              <a:t>bidang</a:t>
            </a:r>
            <a:r>
              <a:rPr dirty="0"/>
              <a:t> </a:t>
            </a:r>
            <a:r>
              <a:rPr dirty="0" err="1"/>
              <a:t>medis</a:t>
            </a:r>
            <a:r>
              <a:rPr dirty="0"/>
              <a:t>.</a:t>
            </a:r>
          </a:p>
          <a:p>
            <a:r>
              <a:rPr dirty="0"/>
              <a:t>• Filtering input ADC pada </a:t>
            </a:r>
            <a:r>
              <a:rPr dirty="0" err="1"/>
              <a:t>mikrokontroler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kontrol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Exponential Moving Average (EMA) pada ADC</vt:lpstr>
      <vt:lpstr>Konsep Exponential Moving Average (EMA)</vt:lpstr>
      <vt:lpstr>Kelebihan EMA untuk ADC</vt:lpstr>
      <vt:lpstr>Contoh Sinyal ADC dengan Noise dan EMA</vt:lpstr>
      <vt:lpstr>• Sensor       suhu untuk stabilisasi pembacaan. • Sensor tekanan pada sistem  hidrolik/pneumatik. • Accelerometer untuk deteksi gerakan. • Sinyal ECG/EEG di bidang medis. • Filtering input ADC pada mikrokontroler dalam sistem kontrol.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siurangbandung@outlook.com</cp:lastModifiedBy>
  <cp:revision>2</cp:revision>
  <dcterms:created xsi:type="dcterms:W3CDTF">2013-01-27T09:14:16Z</dcterms:created>
  <dcterms:modified xsi:type="dcterms:W3CDTF">2025-08-20T08:33:28Z</dcterms:modified>
  <cp:category/>
</cp:coreProperties>
</file>